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0" r:id="rId6"/>
    <p:sldId id="262" r:id="rId7"/>
    <p:sldId id="25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0D096-AC5E-4228-8B2B-E3E01000E87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CD980-C139-4338-8CE7-F72FCAC4FC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586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CD980-C139-4338-8CE7-F72FCAC4FCB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791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CD980-C139-4338-8CE7-F72FCAC4FCB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737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F6272-197A-F4F7-8118-AE4E6BAAD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2F9B90-5974-1EAC-3C04-AEB91FC13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17496-1D78-AC44-6459-04741EEA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E1DC2-F41B-F4E7-2B52-9083EA1D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61AB8-A26E-59F7-7661-EE5A21BD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5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56EC4-C0DC-0B97-3EE4-9BB224B6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92229-EEE6-2266-AADD-CD5499063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AB38D-C985-CDE0-9916-86C12E56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AABDC4-E0F2-6CDB-55E7-0B4DD264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84621-F073-A7AD-259A-F596F880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0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A3FA4-5F3A-DE1C-0714-75931368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0668E-3CF9-1C7F-979C-EC25CC162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257E9-4B6A-900A-8A30-CB1FB7BC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13522-C9FB-EFB4-EC12-F62EFEC3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D661A-00A9-5765-CEC6-0FA604F0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8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90D75-0828-003E-6AF5-F57D8B6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29211-7A23-F926-E5B7-F1CBF24E5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2AC2B-E501-3D0F-9B51-D4137950E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8B0725-E748-7E27-9008-F1F15BA5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8B61D6-BE13-5529-AE7A-A8989B16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D80B07-2655-A0F7-C7CC-B140FCEA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D7254-E56B-182F-F67D-752C4C3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E48AF-CB89-69AF-D81C-C9358D42A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72F09D-64B6-8DDC-79C2-76C2AE94D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2EEB5F-C0DD-F2EB-6D4B-D44E14993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7575D3-2F26-773E-E014-782381989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CD77B7-8381-0337-7659-D3AFCC37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363D5B-05C5-DE6E-CDE2-6997A90D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D4598F-A2EF-16A6-6230-AE79AAD0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0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FE4F4-E70A-1788-620F-8F993C95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14327D-F2B1-FEED-C25E-19235598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2EF276-D437-3CF4-4289-A0E235EB4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B0C738-8D20-1A46-6DCA-FFBD05E9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93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858F93-070F-397B-F195-CC064274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62537D-E3E2-170A-674B-5BD34C05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1F1A6-6A55-5ED2-EA23-C6644D13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48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B4257-D964-94AF-3927-AA5CCDC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762FD-2D2E-955D-244F-CCD8152EC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B733D-A951-37EC-4D11-E5E18935B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9B57B-5475-CE28-BB9B-646FC113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2F53E2-6DD8-98C1-64E4-DB293146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2B2D2-C1A4-2ADB-0758-FA13A698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2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810C2-030C-2F4F-A7FE-D2C60D62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31D3C-DC42-6990-CF4A-028331141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941DEB-4965-D5E1-C325-E651462FA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F0C8DA-96A8-4DCE-BC90-5B78AE75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7F4071-7112-3DF7-4859-976CBF0C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949A05-C9B2-9F7B-A635-1BEAFA6B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61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ED7F6-B598-FFE6-7F5D-DC388B19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C9E73E-07ED-AEDF-FE79-B3E1F83D9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43F6-02C1-391B-C40A-AE4A7722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23DE7-82E4-BD9D-8572-A82C832E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7982-8A17-FEF8-486F-504CFE66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6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92A66F-0FB8-765A-1CEF-A9BA9821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FB91FD-2B8A-4389-5047-3019B1097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859BD-3175-29F0-F347-64ABE9C5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6DF14-A1FA-D196-042F-82CBF2911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AD67A9-3C6E-07F5-4068-F2607FB1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7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92E528-D018-594E-2151-284A52916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F906E5-0E09-17F7-1650-FFD8B950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F294D-CF17-5A85-B90B-C9C0FEAD0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A4593-187B-4820-9145-385EE36B04AE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24C07-C722-0FBB-76A4-FE8879621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42BD7-059A-6D38-18C4-9DA19801B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4FDD6-8478-47B5-B715-73DC42C5D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keidy.tistory.com/20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C44B6-1B59-3F3B-48E0-528F71120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/>
          <a:lstStyle/>
          <a:p>
            <a:r>
              <a:rPr lang="ko-KR" altLang="en-US" dirty="0" err="1"/>
              <a:t>호접지몽</a:t>
            </a:r>
            <a:r>
              <a:rPr lang="ko-KR" altLang="en-US" dirty="0"/>
              <a:t> 중간발표</a:t>
            </a:r>
          </a:p>
        </p:txBody>
      </p:sp>
    </p:spTree>
    <p:extLst>
      <p:ext uri="{BB962C8B-B14F-4D97-AF65-F5344CB8AC3E}">
        <p14:creationId xmlns:p14="http://schemas.microsoft.com/office/powerpoint/2010/main" val="358319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91410-F39E-895A-2F6D-29AE26A8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6E77C-CD43-1DCA-3103-D34C11D3E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545"/>
            <a:ext cx="10515600" cy="4193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I. </a:t>
            </a:r>
            <a:r>
              <a:rPr lang="ko-KR" altLang="en-US" dirty="0"/>
              <a:t>프로젝트 상세 기획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II. </a:t>
            </a:r>
            <a:r>
              <a:rPr lang="ko-KR" altLang="en-US" dirty="0"/>
              <a:t>진행현황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III. </a:t>
            </a:r>
            <a:r>
              <a:rPr lang="ko-KR" altLang="en-US" dirty="0"/>
              <a:t>프로젝트 일정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6380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01D76-FCC3-35F8-AF9A-C5403E85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상세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89F65-23E4-6F43-9BAB-5D4A20F06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Unity </a:t>
            </a:r>
            <a:r>
              <a:rPr lang="ko-KR" altLang="en-US" dirty="0"/>
              <a:t>기반 </a:t>
            </a:r>
            <a:r>
              <a:rPr lang="en-US" altLang="ko-KR" dirty="0"/>
              <a:t>2D RPG – </a:t>
            </a:r>
            <a:r>
              <a:rPr lang="ko-KR" altLang="en-US" dirty="0" err="1"/>
              <a:t>쯔꾸르</a:t>
            </a:r>
            <a:r>
              <a:rPr lang="ko-KR" altLang="en-US" dirty="0"/>
              <a:t> 풍의 게임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1600" dirty="0"/>
              <a:t>→이브</a:t>
            </a:r>
            <a:r>
              <a:rPr lang="en-US" altLang="ko-KR" sz="1600" dirty="0"/>
              <a:t>(IB) </a:t>
            </a:r>
            <a:r>
              <a:rPr lang="ko-KR" altLang="en-US" sz="1600" dirty="0" err="1"/>
              <a:t>인게임</a:t>
            </a:r>
            <a:r>
              <a:rPr lang="ko-KR" altLang="en-US" sz="1600" dirty="0"/>
              <a:t> 화면</a:t>
            </a:r>
            <a:endParaRPr lang="en-US" altLang="ko-KR" sz="1600" dirty="0"/>
          </a:p>
        </p:txBody>
      </p:sp>
      <p:pic>
        <p:nvPicPr>
          <p:cNvPr id="5" name="그림 4" descr="텍스트, 스크린샷, 그래픽 디자인, 폰트이(가) 표시된 사진&#10;&#10;자동 생성된 설명">
            <a:extLst>
              <a:ext uri="{FF2B5EF4-FFF2-40B4-BE49-F238E27FC236}">
                <a16:creationId xmlns:a16="http://schemas.microsoft.com/office/drawing/2014/main" id="{C080B374-5E61-CD1B-2A89-E3186D4F8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3"/>
          <a:stretch/>
        </p:blipFill>
        <p:spPr>
          <a:xfrm>
            <a:off x="838199" y="2324237"/>
            <a:ext cx="4974771" cy="282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9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BA8D1-DF40-EABB-E2D3-BBA066A2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상세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D4EC7D-E4F2-E924-25C2-AD10CD763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endParaRPr lang="en-US" altLang="ko-KR" sz="20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ko-KR" altLang="en-US" sz="2000" dirty="0">
                <a:highlight>
                  <a:srgbClr val="FFFF00"/>
                </a:highlight>
              </a:rPr>
              <a:t>아이템 수집</a:t>
            </a:r>
            <a:r>
              <a:rPr lang="en-US" altLang="ko-KR" sz="2000" dirty="0"/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전투</a:t>
            </a:r>
            <a:r>
              <a:rPr lang="en-US" altLang="ko-KR" sz="2000" dirty="0"/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퍼즐</a:t>
            </a:r>
            <a:r>
              <a:rPr lang="ko-KR" altLang="en-US" sz="2000" dirty="0"/>
              <a:t> 등의 방식으로 진행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크게 </a:t>
            </a:r>
            <a:r>
              <a:rPr lang="en-US" altLang="ko-KR" sz="2000" dirty="0">
                <a:highlight>
                  <a:srgbClr val="FFFF00"/>
                </a:highlight>
              </a:rPr>
              <a:t>3</a:t>
            </a:r>
            <a:r>
              <a:rPr lang="ko-KR" altLang="en-US" sz="2000" dirty="0">
                <a:highlight>
                  <a:srgbClr val="FFFF00"/>
                </a:highlight>
              </a:rPr>
              <a:t>개의 챕터</a:t>
            </a:r>
            <a:r>
              <a:rPr lang="ko-KR" altLang="en-US" sz="2000" dirty="0"/>
              <a:t>로 나누어 시간대 별로 사건 구성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highlight>
                  <a:srgbClr val="FFFF00"/>
                </a:highlight>
              </a:rPr>
              <a:t>무속적인 분위기의 마을</a:t>
            </a:r>
            <a:r>
              <a:rPr lang="ko-KR" altLang="en-US" sz="2000" dirty="0"/>
              <a:t>을 기준으로 게임 진행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9991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99281-22FC-A6F7-2470-C5F41A43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진행 현황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12D2652-1393-12A7-570A-1C0F65328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320849"/>
              </p:ext>
            </p:extLst>
          </p:nvPr>
        </p:nvGraphicFramePr>
        <p:xfrm>
          <a:off x="838200" y="1825625"/>
          <a:ext cx="10515600" cy="414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745">
                  <a:extLst>
                    <a:ext uri="{9D8B030D-6E8A-4147-A177-3AD203B41FA5}">
                      <a16:colId xmlns:a16="http://schemas.microsoft.com/office/drawing/2014/main" val="3259003654"/>
                    </a:ext>
                  </a:extLst>
                </a:gridCol>
                <a:gridCol w="8268855">
                  <a:extLst>
                    <a:ext uri="{9D8B030D-6E8A-4147-A177-3AD203B41FA5}">
                      <a16:colId xmlns:a16="http://schemas.microsoft.com/office/drawing/2014/main" val="287504801"/>
                    </a:ext>
                  </a:extLst>
                </a:gridCol>
              </a:tblGrid>
              <a:tr h="1380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Unity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엔진 기반 코딩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관련 개발 언어 학습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관련 강좌 링크 공유를 통한 개인 학습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hlinkClick r:id="rId2"/>
                        </a:rPr>
                        <a:t>https://keidy.tistory.com/205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캐릭터 이동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충돌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전투 등 게임에서 사용하게 될 요소 학습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888985"/>
                  </a:ext>
                </a:extLst>
              </a:tr>
              <a:tr h="1380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기존 기획서 개선 및 파트별 공지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캐릭터 및 마을 컨셉 기획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시작 화면 및 게임 내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기획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409452"/>
                  </a:ext>
                </a:extLst>
              </a:tr>
              <a:tr h="1380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그래픽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캐릭터 기획안 기반 일러스트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712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55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5A6CC-B199-55B9-3BAE-741823F3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진행 현황</a:t>
            </a:r>
          </a:p>
        </p:txBody>
      </p:sp>
      <p:pic>
        <p:nvPicPr>
          <p:cNvPr id="5" name="내용 개체 틀 4" descr="스키 타기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4F4E85B-D111-AD19-C8E1-AAE59CA3F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179" y="1690688"/>
            <a:ext cx="2443843" cy="4823750"/>
          </a:xfrm>
        </p:spPr>
      </p:pic>
      <p:pic>
        <p:nvPicPr>
          <p:cNvPr id="7" name="그림 6" descr="스케치, 일러스트레이션, 라인 아트, 만화 영화이(가) 표시된 사진&#10;&#10;자동 생성된 설명">
            <a:extLst>
              <a:ext uri="{FF2B5EF4-FFF2-40B4-BE49-F238E27FC236}">
                <a16:creationId xmlns:a16="http://schemas.microsoft.com/office/drawing/2014/main" id="{736061A8-72C5-5D3D-E4DD-E759FB477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4211903" cy="466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4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C82BE-85AF-D10A-E08B-2C982ACF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일정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933F1AA-6C8B-0012-0DA4-260060B9C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312775"/>
              </p:ext>
            </p:extLst>
          </p:nvPr>
        </p:nvGraphicFramePr>
        <p:xfrm>
          <a:off x="562708" y="2105684"/>
          <a:ext cx="112260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335">
                  <a:extLst>
                    <a:ext uri="{9D8B030D-6E8A-4147-A177-3AD203B41FA5}">
                      <a16:colId xmlns:a16="http://schemas.microsoft.com/office/drawing/2014/main" val="2058551860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93852428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1451866149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3577576772"/>
                    </a:ext>
                  </a:extLst>
                </a:gridCol>
                <a:gridCol w="1247612">
                  <a:extLst>
                    <a:ext uri="{9D8B030D-6E8A-4147-A177-3AD203B41FA5}">
                      <a16:colId xmlns:a16="http://schemas.microsoft.com/office/drawing/2014/main" val="4128372089"/>
                    </a:ext>
                  </a:extLst>
                </a:gridCol>
                <a:gridCol w="1247058">
                  <a:extLst>
                    <a:ext uri="{9D8B030D-6E8A-4147-A177-3AD203B41FA5}">
                      <a16:colId xmlns:a16="http://schemas.microsoft.com/office/drawing/2014/main" val="1502181612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315446244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3529742233"/>
                    </a:ext>
                  </a:extLst>
                </a:gridCol>
                <a:gridCol w="1247335">
                  <a:extLst>
                    <a:ext uri="{9D8B030D-6E8A-4147-A177-3AD203B41FA5}">
                      <a16:colId xmlns:a16="http://schemas.microsoft.com/office/drawing/2014/main" val="812507865"/>
                    </a:ext>
                  </a:extLst>
                </a:gridCol>
              </a:tblGrid>
              <a:tr h="1310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핵심 작동방식 구현 공부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Unity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공부</a:t>
                      </a:r>
                      <a:endParaRPr lang="en-US" altLang="ko-KR" sz="14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시험기간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시험기간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시작 화면 배치 및 작동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캐릭터 이동 및 충돌 구현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챕터별 메인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</a:rPr>
                        <a:t>세이브 로드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게임 오버 화면 구현</a:t>
                      </a:r>
                      <a:endParaRPr lang="ko-KR" altLang="en-US" sz="1400" b="0" spc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49312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기획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300" dirty="0">
                          <a:solidFill>
                            <a:schemeClr val="tx1"/>
                          </a:solidFill>
                        </a:rPr>
                        <a:t>기존 기획서 수정</a:t>
                      </a:r>
                      <a:r>
                        <a:rPr lang="en-US" altLang="ko-KR" sz="1400" b="0" spc="-3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캐릭터 컨셉 기획 및 전달</a:t>
                      </a:r>
                      <a:endParaRPr lang="en-US" altLang="ko-KR" sz="14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시험기간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시작 화면 기획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게임 내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기획</a:t>
                      </a:r>
                      <a:endParaRPr lang="en-US" altLang="ko-KR" sz="14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챕터별 배경 기획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챕터별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오브젝트 기능 및 배치 기획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게임 오버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배치 기획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추후 일정 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추후 일정 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2898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그래픽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300" dirty="0">
                          <a:solidFill>
                            <a:schemeClr val="tx1"/>
                          </a:solidFill>
                        </a:rPr>
                        <a:t>캐릭터 일러스트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시험기간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시험기간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시작 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2D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캐릭터 리소스 작업</a:t>
                      </a:r>
                      <a:endParaRPr lang="en-US" altLang="ko-KR" sz="14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2D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캐릭터 리소스 작업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게임 내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작업</a:t>
                      </a:r>
                      <a:endParaRPr lang="en-US" altLang="ko-KR" sz="14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</a:rPr>
                        <a:t>챕터 별 메인 리소스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spc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</a:rPr>
                        <a:t>게임 오버 </a:t>
                      </a:r>
                      <a:r>
                        <a:rPr lang="en-US" altLang="ko-KR" sz="1400" b="0" spc="0" dirty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</a:rPr>
                        <a:t>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61492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5178405-693A-4C02-FBED-359297597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280526"/>
              </p:ext>
            </p:extLst>
          </p:nvPr>
        </p:nvGraphicFramePr>
        <p:xfrm>
          <a:off x="1814732" y="1690688"/>
          <a:ext cx="9973992" cy="414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749">
                  <a:extLst>
                    <a:ext uri="{9D8B030D-6E8A-4147-A177-3AD203B41FA5}">
                      <a16:colId xmlns:a16="http://schemas.microsoft.com/office/drawing/2014/main" val="3914993864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2867631419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330290524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1643922020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1969605227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1130905865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1235372180"/>
                    </a:ext>
                  </a:extLst>
                </a:gridCol>
                <a:gridCol w="1246749">
                  <a:extLst>
                    <a:ext uri="{9D8B030D-6E8A-4147-A177-3AD203B41FA5}">
                      <a16:colId xmlns:a16="http://schemas.microsoft.com/office/drawing/2014/main" val="775082583"/>
                    </a:ext>
                  </a:extLst>
                </a:gridCol>
              </a:tblGrid>
              <a:tr h="414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~10.20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10.21~10.27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10.28~11.3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11.4~11.10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11.11~11.17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11.18~11.24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11.25~12.1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12.2~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46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252</Words>
  <Application>Microsoft Office PowerPoint</Application>
  <PresentationFormat>와이드스크린</PresentationFormat>
  <Paragraphs>81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호접지몽 중간발표</vt:lpstr>
      <vt:lpstr>목차</vt:lpstr>
      <vt:lpstr>프로젝트 상세 기획</vt:lpstr>
      <vt:lpstr>프로젝트 상세 기획</vt:lpstr>
      <vt:lpstr>진행 현황</vt:lpstr>
      <vt:lpstr>진행 현황</vt:lpstr>
      <vt:lpstr>프로젝트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강상현</dc:creator>
  <cp:lastModifiedBy>강상현</cp:lastModifiedBy>
  <cp:revision>2</cp:revision>
  <dcterms:created xsi:type="dcterms:W3CDTF">2024-10-19T05:08:50Z</dcterms:created>
  <dcterms:modified xsi:type="dcterms:W3CDTF">2024-10-19T10:21:19Z</dcterms:modified>
</cp:coreProperties>
</file>